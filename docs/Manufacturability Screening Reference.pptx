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deck for the manufacturability screening proof of concept. Covers the method, the training safeguards, the results, the screening capabilities and the user interface, and how to use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Recognition is per face: each B-Rep face receives one feature class. Screening rules operate on the recognised feature types; they do not measure dimensions.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BRepNet.forward() has a mismatched signature and is never used; embeddings are produced by calling create_face_embeddings directly. Setting requires_grad to False freezes weights but not BatchNorm running statistics, which update in train mode; the backbone therefore stays in eval mode throughout. Stack: Python 3.10, pythonocc-core 7.7.0, occwl 3.0.0, PyTorch 2.14.0 (CPU), PyTorch Lightning 2.6.5, networkx, Streamlit 1.65.0, plotly 7.1.0.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baseline row is the 500-part run after the BatchNorm fix. Class weighting lowered overall accuracy slightly but made every class recognisable. The bracketed linear-head figure is a continuation to 60 epochs, still improving. Lower learning rate reduced epoch-to-epoch wobble but had not converged in 40 epochs; dropout did not reduce the wobble. All variants and their checkpoints are recorded in experiments/EXPERIMENT_LOG.md.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is the share of each class’s validation faces that the model labels correctly, from outputs/final/per_class_report.txt. Every class is predicted, and the predicted-class distribution is roughly proportional to the true frequencies. The same reliability bands are shown next to every flag in the screening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Runtime measured at 4.8 s for a 9-face part and 5.5 s for a 30-face part. The app tests cover a validation part, ground-truth colouring, an upload, and an invalid upload that shows an error; the headless server health check also passed. Through features and chamfers produce info-level notes; stock produces no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uses a single conda environment, brepnet; there is no separate virtual environment. occwl is not published on PyPI and is installed from the vendored copy under external/, which also holds the patched BRepNet. The accepted checkpoint is outputs/final/mfcad_segmentation_head.pt. Checks: notebooks/check_predict_part_accuracy.py, notebooks/check_screening_flags.py, tests/test_rules.py and tests/test_app.py.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three validation parts, the flags from predictions were a subset of the flags produced from ground-truth labels, with no false alarms. Natural-language explanations of flags are a further possible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1089692"/>
            <a:ext cx="10566436" cy="391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785594"/>
            <a:ext cx="10566418" cy="4259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1089692"/>
            <a:ext cx="10566436" cy="391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785594"/>
            <a:ext cx="10566418" cy="4259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2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FB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LATENTVIEW ANALYTICS | INDUSTRIALS | REFERENCE DOCUMENT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2580499"/>
            <a:ext cx="10883429" cy="718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2F0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Manufacturability Screening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782" y="3477076"/>
            <a:ext cx="8502650" cy="64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Machining-feature recognition and rule-based screening for B-Rep CAD models, using a frozen BRepNet backbone and a trained classification head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782" y="5651428"/>
            <a:ext cx="10566436" cy="0"/>
          </a:xfrm>
          <a:prstGeom prst="line">
            <a:avLst/>
          </a:prstGeom>
          <a:noFill/>
          <a:ln w="6350">
            <a:solidFill>
              <a:srgbClr val="3A4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82" y="5831807"/>
            <a:ext cx="2700554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for CAD | Proof of concept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88239" y="5831807"/>
            <a:ext cx="229097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Vishal Prabu |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089692"/>
            <a:ext cx="10883429" cy="416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Project overview and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782" y="1690272"/>
            <a:ext cx="5080000" cy="0"/>
          </a:xfrm>
          <a:prstGeom prst="line">
            <a:avLst/>
          </a:prstGeom>
          <a:noFill/>
          <a:ln w="12700">
            <a:solidFill>
              <a:srgbClr val="1B2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782" y="1847814"/>
            <a:ext cx="5232400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82" y="2155121"/>
            <a:ext cx="5232400" cy="718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Manufacturability issues such as deep narrow pockets, sharp internal corners or features that need extra setups are often found late, during manual review or at the machine.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782" y="3026172"/>
            <a:ext cx="5232400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Approach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782" y="3333479"/>
            <a:ext cx="5232400" cy="949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pretrained B-Rep model (BRepNet) is reused unchanged, and a small classification head is trained to assign every face of a part to one of 16 machining-feature classes. Rule-based checks then flag recognised features that need manufacturing review.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99128" y="1690272"/>
            <a:ext cx="5080090" cy="0"/>
          </a:xfrm>
          <a:prstGeom prst="line">
            <a:avLst/>
          </a:prstGeom>
          <a:noFill/>
          <a:ln w="12700">
            <a:solidFill>
              <a:srgbClr val="1B2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9128" y="1847814"/>
            <a:ext cx="5232493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Objectives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99128" y="2218621"/>
            <a:ext cx="279364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54691" y="2218621"/>
            <a:ext cx="4866262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a pretrained B-Rep backbone to machining-feature recognition through transfer learning.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99128" y="2807800"/>
            <a:ext cx="279364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54691" y="2807800"/>
            <a:ext cx="4866262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and validate on real labelled CAD geometry, with all 16 classes recognised.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99128" y="3396979"/>
            <a:ext cx="279364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54691" y="3396979"/>
            <a:ext cx="4866262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recognised features into indicative manufacturability flags.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9128" y="3755068"/>
            <a:ext cx="279364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54691" y="3755068"/>
            <a:ext cx="4866262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any STEP file through a command-line tool and a web interface.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782" y="4460965"/>
            <a:ext cx="10566436" cy="731513"/>
          </a:xfrm>
          <a:prstGeom prst="roundRect">
            <a:avLst>
              <a:gd name="adj" fmla="val 5208"/>
            </a:avLst>
          </a:prstGeom>
          <a:solidFill>
            <a:srgbClr val="ECEBE4"/>
          </a:solidFill>
          <a:ln/>
        </p:spPr>
        <p:txBody>
          <a:bodyPr wrap="square" lIns="191969" tIns="141241" rIns="0" bIns="115733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source.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MFCAD (github.com/hducg/MFCAD): 15,488 parts with every face labelled as one of 16 machining-feature classes. A verified 1,000-part subset (22,811 faces) was used, split into 800 training and 200 validation parts.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782" y="6238242"/>
            <a:ext cx="719455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Manufacturability Screening | Reference document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33862" y="6238242"/>
            <a:ext cx="2145265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089692"/>
            <a:ext cx="10883429" cy="416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Pipeline and training safeguards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57" y="1687097"/>
            <a:ext cx="2292368" cy="2037286"/>
          </a:xfrm>
          <a:prstGeom prst="roundRect">
            <a:avLst>
              <a:gd name="adj" fmla="val 2338"/>
            </a:avLst>
          </a:prstGeom>
          <a:solidFill>
            <a:srgbClr val="FDFCF9"/>
          </a:solidFill>
          <a:ln w="6350">
            <a:solidFill>
              <a:srgbClr val="D4D3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337" y="1867477"/>
            <a:ext cx="1989557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Parse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6337" y="2157016"/>
            <a:ext cx="1989557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STEP to B-Rep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6337" y="2476951"/>
            <a:ext cx="1989557" cy="87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occwl on pythonocc-core reads the STEP file and extracts face, edge and coedge features.</a:t>
            </a:r>
            <a:endParaRPr lang="en-US" sz="12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13064" y="2642195"/>
            <a:ext cx="254000" cy="127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71803" y="1687097"/>
            <a:ext cx="2292458" cy="2037286"/>
          </a:xfrm>
          <a:prstGeom prst="roundRect">
            <a:avLst>
              <a:gd name="adj" fmla="val 2338"/>
            </a:avLst>
          </a:prstGeom>
          <a:solidFill>
            <a:srgbClr val="FDFCF9"/>
          </a:solidFill>
          <a:ln w="6350">
            <a:solidFill>
              <a:srgbClr val="D4D3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52182" y="1867477"/>
            <a:ext cx="198965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Embed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52182" y="2157016"/>
            <a:ext cx="1989650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Frozen BRepNet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752182" y="2476951"/>
            <a:ext cx="1989650" cy="87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pretrained backbone produces an 84-dimensional vector per face. Its weights are not trained.</a:t>
            </a:r>
            <a:endParaRPr lang="en-US" sz="12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0" y="2642195"/>
            <a:ext cx="254000" cy="127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27739" y="1687097"/>
            <a:ext cx="2292368" cy="2037286"/>
          </a:xfrm>
          <a:prstGeom prst="roundRect">
            <a:avLst>
              <a:gd name="adj" fmla="val 2338"/>
            </a:avLst>
          </a:prstGeom>
          <a:solidFill>
            <a:srgbClr val="FDFCF9"/>
          </a:solidFill>
          <a:ln w="6350">
            <a:solidFill>
              <a:srgbClr val="D4D3C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08118" y="1867477"/>
            <a:ext cx="1989557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Classify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08118" y="2157016"/>
            <a:ext cx="1989557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MLP head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08118" y="2476951"/>
            <a:ext cx="1989557" cy="1092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 to 128 to 16 layers, trained with a class-weighted loss, assign each face a class and a confidence.</a:t>
            </a:r>
            <a:endParaRPr lang="en-US" sz="12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24846" y="2642195"/>
            <a:ext cx="254000" cy="127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83584" y="1687097"/>
            <a:ext cx="2292458" cy="2037286"/>
          </a:xfrm>
          <a:prstGeom prst="roundRect">
            <a:avLst>
              <a:gd name="adj" fmla="val 2338"/>
            </a:avLst>
          </a:prstGeom>
          <a:solidFill>
            <a:srgbClr val="FDFCF9"/>
          </a:solidFill>
          <a:ln w="6350">
            <a:solidFill>
              <a:srgbClr val="D4D3C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263964" y="1867477"/>
            <a:ext cx="198965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Screen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263964" y="2157016"/>
            <a:ext cx="1989650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Rules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263964" y="2476951"/>
            <a:ext cx="1989650" cy="87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Recognised feature types map to review or info flags, tagged with the class’s reliability.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12782" y="3930686"/>
            <a:ext cx="10883429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Safeguards built into training and inference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12782" y="4279232"/>
            <a:ext cx="3522085" cy="0"/>
          </a:xfrm>
          <a:prstGeom prst="line">
            <a:avLst/>
          </a:prstGeom>
          <a:noFill/>
          <a:ln w="6350">
            <a:solidFill>
              <a:srgbClr val="C9C8B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12782" y="4357957"/>
            <a:ext cx="3627748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Face-label alignment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12782" y="4583996"/>
            <a:ext cx="3627748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matched by embedded STEP face names; verified on 1,000 of 1,000 parts.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334867" y="4279232"/>
            <a:ext cx="3522175" cy="0"/>
          </a:xfrm>
          <a:prstGeom prst="line">
            <a:avLst/>
          </a:prstGeom>
          <a:noFill/>
          <a:ln w="6350">
            <a:solidFill>
              <a:srgbClr val="C9C8B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334867" y="4357957"/>
            <a:ext cx="3627841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kept in eval mode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334867" y="4583996"/>
            <a:ext cx="3627841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BatchNorm statistics drifting, which freezing weights alone does not.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7857042" y="4279232"/>
            <a:ext cx="3522175" cy="0"/>
          </a:xfrm>
          <a:prstGeom prst="line">
            <a:avLst/>
          </a:prstGeom>
          <a:noFill/>
          <a:ln w="6350">
            <a:solidFill>
              <a:srgbClr val="C9C8B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857042" y="4357957"/>
            <a:ext cx="3627841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Class-weighted loss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7857042" y="4583996"/>
            <a:ext cx="3627841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Counters stock surface making up about 29% of all labelled faces.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812782" y="5013992"/>
            <a:ext cx="3522085" cy="0"/>
          </a:xfrm>
          <a:prstGeom prst="line">
            <a:avLst/>
          </a:prstGeom>
          <a:noFill/>
          <a:ln w="6350">
            <a:solidFill>
              <a:srgbClr val="C9C8B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12782" y="5092717"/>
            <a:ext cx="3627748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Best-checkpoint saving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812782" y="5318756"/>
            <a:ext cx="3627748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accuracy peaks mid-run, so the best epoch (36 of 40) is kept.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334867" y="5013992"/>
            <a:ext cx="3522175" cy="0"/>
          </a:xfrm>
          <a:prstGeom prst="line">
            <a:avLst/>
          </a:prstGeom>
          <a:noFill/>
          <a:ln w="6350">
            <a:solidFill>
              <a:srgbClr val="C9C8BF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334867" y="5092717"/>
            <a:ext cx="3627841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standardisation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4334867" y="5318756"/>
            <a:ext cx="3627841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parts reuse the training split’s feature statistics, not their own.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7857042" y="5013992"/>
            <a:ext cx="3522175" cy="0"/>
          </a:xfrm>
          <a:prstGeom prst="line">
            <a:avLst/>
          </a:prstGeom>
          <a:noFill/>
          <a:ln w="6350">
            <a:solidFill>
              <a:srgbClr val="C9C8BF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857042" y="5092717"/>
            <a:ext cx="3627841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Patched BRepNet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7857042" y="5318756"/>
            <a:ext cx="3627841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compatibility patches as the design-reuse project; forward() bypassed.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812782" y="6238242"/>
            <a:ext cx="719455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Manufacturability Screening | Reference document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9233862" y="6238242"/>
            <a:ext cx="2145265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089692"/>
            <a:ext cx="10883429" cy="416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Experiment progression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27" y="1695467"/>
          <a:ext cx="10554890" cy="2652568"/>
        </p:xfrm>
        <a:graphic>
          <a:graphicData uri="http://schemas.openxmlformats.org/drawingml/2006/table">
            <a:tbl>
              <a:tblPr/>
              <a:tblGrid>
                <a:gridCol w="2744271"/>
                <a:gridCol w="1372136"/>
                <a:gridCol w="1372136"/>
                <a:gridCol w="1688782"/>
                <a:gridCol w="3377565"/>
              </a:tblGrid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Epochs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 accuracy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8"/>
                    </a:solidFill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0.4327 (8 classes at 0%)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Class-weighted loss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0.4216 (no class at 0%)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epochs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(60)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0.4946 (0.5262)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 head, accepted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MLP-128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of 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0"/>
                    </a:solidFill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learning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MLP-128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8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Dropout 0.3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MLP-128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82" y="4551163"/>
            <a:ext cx="5181654" cy="944923"/>
          </a:xfrm>
          <a:prstGeom prst="roundRect">
            <a:avLst>
              <a:gd name="adj" fmla="val 4032"/>
            </a:avLst>
          </a:prstGeom>
          <a:solidFill>
            <a:srgbClr val="ECEBE4"/>
          </a:solidFill>
          <a:ln/>
        </p:spPr>
        <p:txBody>
          <a:bodyPr wrap="square" lIns="191969" tIns="141241" rIns="48707" bIns="115733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result.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2,694 of 4,464 validation faces correct (60.35%), reproduced exactly from a fresh reload and through the new-part inference path.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197564" y="4551163"/>
            <a:ext cx="5181654" cy="944923"/>
          </a:xfrm>
          <a:prstGeom prst="roundRect">
            <a:avLst>
              <a:gd name="adj" fmla="val 4032"/>
            </a:avLst>
          </a:prstGeom>
          <a:solidFill>
            <a:srgbClr val="ECEBE4"/>
          </a:solidFill>
          <a:ln/>
        </p:spPr>
        <p:txBody>
          <a:bodyPr wrap="square" lIns="191969" tIns="141241" rIns="48706" bIns="14124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moved accuracy.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 weighting removed zero-recall classes; more epochs and the MLP head gave the largest gains.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782" y="6238242"/>
            <a:ext cx="719455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Manufacturability Screening | Reference document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233862" y="6238242"/>
            <a:ext cx="2145265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089692"/>
            <a:ext cx="10883429" cy="416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Per-class recall of the accepted model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27" y="1695467"/>
          <a:ext cx="5119327" cy="2984139"/>
        </p:xfrm>
        <a:graphic>
          <a:graphicData uri="http://schemas.openxmlformats.org/drawingml/2006/table">
            <a:tbl>
              <a:tblPr/>
              <a:tblGrid>
                <a:gridCol w="2866823"/>
                <a:gridCol w="921479"/>
                <a:gridCol w="1331025"/>
              </a:tblGrid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8"/>
                    </a:solidFill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rectangular_through_slot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triangular_through_slot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rectangular_passage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triangular_passage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6sides_passage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rectangular_through_step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2sides_through_step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slanted_through_step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9981" y="1695467"/>
          <a:ext cx="5119236" cy="2984139"/>
        </p:xfrm>
        <a:graphic>
          <a:graphicData uri="http://schemas.openxmlformats.org/drawingml/2006/table">
            <a:tbl>
              <a:tblPr/>
              <a:tblGrid>
                <a:gridCol w="2866772"/>
                <a:gridCol w="921463"/>
                <a:gridCol w="1331001"/>
              </a:tblGrid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8"/>
                    </a:solidFill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rectangular_blind_step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triangular_blind_step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rectangular_blind_slot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rectangular_pocket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triangular_pocket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6sides_pocket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chamfer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57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12782" y="4882735"/>
            <a:ext cx="10566436" cy="731513"/>
          </a:xfrm>
          <a:prstGeom prst="roundRect">
            <a:avLst>
              <a:gd name="adj" fmla="val 5208"/>
            </a:avLst>
          </a:prstGeom>
          <a:solidFill>
            <a:srgbClr val="ECEBE4"/>
          </a:solidFill>
          <a:ln/>
        </p:spPr>
        <p:txBody>
          <a:bodyPr wrap="square" lIns="191969" tIns="141241" rIns="0" bIns="115733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table.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Reliability bands: low below 40%, medium 40 to 65%, high above 65%. The most frequent confusions are between similar shapes: rectangular_blind_slot and triangular_blind_step, rectangular_pocket and triangular_blind_step, and triangular_through_slot and rectangular_passage.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12782" y="6238242"/>
            <a:ext cx="719455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Manufacturability Screening | Reference document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233862" y="6238242"/>
            <a:ext cx="2145265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089692"/>
            <a:ext cx="10883429" cy="416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From recognition to screening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57" y="1687097"/>
            <a:ext cx="3219522" cy="1815757"/>
          </a:xfrm>
          <a:prstGeom prst="roundRect">
            <a:avLst>
              <a:gd name="adj" fmla="val 2623"/>
            </a:avLst>
          </a:prstGeom>
          <a:solidFill>
            <a:srgbClr val="FDFCF9"/>
          </a:solidFill>
          <a:ln w="6350">
            <a:solidFill>
              <a:srgbClr val="D4D3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337" y="1867477"/>
            <a:ext cx="294452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analyse_part.py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6337" y="2144387"/>
            <a:ext cx="2944526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New-part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6337" y="2451695"/>
            <a:ext cx="2944526" cy="87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STEP file is processed in an isolated subprocess and every face is classified. Unreadable or malformed files return an error instead of a crash.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94175" y="1687097"/>
            <a:ext cx="3219522" cy="1815757"/>
          </a:xfrm>
          <a:prstGeom prst="roundRect">
            <a:avLst>
              <a:gd name="adj" fmla="val 2623"/>
            </a:avLst>
          </a:prstGeom>
          <a:solidFill>
            <a:srgbClr val="FDFCF9"/>
          </a:solidFill>
          <a:ln w="6350">
            <a:solidFill>
              <a:srgbClr val="D4D3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4555" y="1867477"/>
            <a:ext cx="294452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part_summary.py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74555" y="2144387"/>
            <a:ext cx="2944526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Part summary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74555" y="2451695"/>
            <a:ext cx="2944526" cy="6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class: face count, approximate instance count from adjacent faces, mean confidence and model reliability.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957" y="3661550"/>
            <a:ext cx="3219522" cy="1815847"/>
          </a:xfrm>
          <a:prstGeom prst="roundRect">
            <a:avLst>
              <a:gd name="adj" fmla="val 2623"/>
            </a:avLst>
          </a:prstGeom>
          <a:solidFill>
            <a:srgbClr val="FDFCF9"/>
          </a:solidFill>
          <a:ln w="6350">
            <a:solidFill>
              <a:srgbClr val="D4D3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337" y="3841930"/>
            <a:ext cx="294452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96337" y="4118840"/>
            <a:ext cx="2944526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Manufacturability flags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6337" y="4426148"/>
            <a:ext cx="2944526" cy="879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depth, internal corner radius, acute profiles and non-orthogonal setups. Low-reliability classes are reported as possible.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94175" y="3661550"/>
            <a:ext cx="3219522" cy="1815847"/>
          </a:xfrm>
          <a:prstGeom prst="roundRect">
            <a:avLst>
              <a:gd name="adj" fmla="val 2623"/>
            </a:avLst>
          </a:prstGeom>
          <a:solidFill>
            <a:srgbClr val="FDFCF9"/>
          </a:solidFill>
          <a:ln w="6350">
            <a:solidFill>
              <a:srgbClr val="D4D3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4555" y="3841930"/>
            <a:ext cx="294452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74555" y="4118840"/>
            <a:ext cx="2944526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Streamlit interface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74555" y="4426148"/>
            <a:ext cx="2944526" cy="6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view coloured by predicted or true class, low-confidence faces greyed, plus the summary and flags by severity.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20000" y="1683922"/>
            <a:ext cx="3759218" cy="3796650"/>
          </a:xfrm>
          <a:prstGeom prst="roundRect">
            <a:avLst>
              <a:gd name="adj" fmla="val 1351"/>
            </a:avLst>
          </a:prstGeom>
          <a:solidFill>
            <a:srgbClr val="16202E"/>
          </a:solidFill>
          <a:ln/>
        </p:spPr>
      </p:sp>
      <p:sp>
        <p:nvSpPr>
          <p:cNvPr id="21" name="Text 19"/>
          <p:cNvSpPr/>
          <p:nvPr/>
        </p:nvSpPr>
        <p:spPr>
          <a:xfrm>
            <a:off x="7848564" y="1912485"/>
            <a:ext cx="3401153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2F0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Verification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848564" y="2311812"/>
            <a:ext cx="3302090" cy="0"/>
          </a:xfrm>
          <a:prstGeom prst="line">
            <a:avLst/>
          </a:prstGeom>
          <a:noFill/>
          <a:ln w="6350">
            <a:solidFill>
              <a:srgbClr val="3A4A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8564" y="2415977"/>
            <a:ext cx="3401153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8FB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0.6035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848564" y="2832512"/>
            <a:ext cx="3401153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reproduced exactly through the new-part path on all 200 validation parts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48564" y="3414855"/>
            <a:ext cx="3302090" cy="0"/>
          </a:xfrm>
          <a:prstGeom prst="line">
            <a:avLst/>
          </a:prstGeom>
          <a:noFill/>
          <a:ln w="6350">
            <a:solidFill>
              <a:srgbClr val="3A4A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48564" y="3519016"/>
            <a:ext cx="3401153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8FB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5 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848564" y="3935555"/>
            <a:ext cx="3401153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part, including model loading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48564" y="4304488"/>
            <a:ext cx="3302090" cy="0"/>
          </a:xfrm>
          <a:prstGeom prst="line">
            <a:avLst/>
          </a:prstGeom>
          <a:noFill/>
          <a:ln w="6350">
            <a:solidFill>
              <a:srgbClr val="3A4A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48564" y="4408649"/>
            <a:ext cx="3401153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8FB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of 16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848564" y="4825188"/>
            <a:ext cx="3401153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covered by the rule table; all app tests pass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782" y="6238242"/>
            <a:ext cx="719455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Manufacturability Screening | Reference document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33862" y="6238242"/>
            <a:ext cx="2145265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089692"/>
            <a:ext cx="10883429" cy="416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Repository and usage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782" y="1683922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782" y="1948114"/>
            <a:ext cx="10566436" cy="467410"/>
          </a:xfrm>
          <a:prstGeom prst="roundRect">
            <a:avLst>
              <a:gd name="adj" fmla="val 8151"/>
            </a:avLst>
          </a:prstGeom>
          <a:solidFill>
            <a:srgbClr val="1B2430"/>
          </a:solidFill>
          <a:ln/>
        </p:spPr>
        <p:txBody>
          <a:bodyPr wrap="square" lIns="166623" tIns="115841" rIns="0" bIns="9044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4D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 clone https://github.com/vishalprabu-lab/manufacturability-screening.git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782" y="2618653"/>
            <a:ext cx="5793731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Setup and data preparation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782" y="2938587"/>
            <a:ext cx="5624981" cy="1168526"/>
          </a:xfrm>
          <a:prstGeom prst="roundRect">
            <a:avLst>
              <a:gd name="adj" fmla="val 3261"/>
            </a:avLst>
          </a:prstGeom>
          <a:solidFill>
            <a:srgbClr val="1B2430"/>
          </a:solidFill>
          <a:ln/>
        </p:spPr>
      </p:sp>
      <p:sp>
        <p:nvSpPr>
          <p:cNvPr id="8" name="Text 6"/>
          <p:cNvSpPr/>
          <p:nvPr/>
        </p:nvSpPr>
        <p:spPr>
          <a:xfrm>
            <a:off x="990564" y="3027434"/>
            <a:ext cx="5427500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8FB4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brepnet conda environment and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0564" y="3225598"/>
            <a:ext cx="5427500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4D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conda env create -f environment.yml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0564" y="3423766"/>
            <a:ext cx="5427500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4D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conda activate brepnet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564" y="3621934"/>
            <a:ext cx="5427500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4D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pip install ./external/occwl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0564" y="3820102"/>
            <a:ext cx="5427500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4D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 clone https://github.com/hducg/MFCAD.git data/MFCAD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782" y="4183242"/>
            <a:ext cx="5624981" cy="1168526"/>
          </a:xfrm>
          <a:prstGeom prst="roundRect">
            <a:avLst>
              <a:gd name="adj" fmla="val 3261"/>
            </a:avLst>
          </a:prstGeom>
          <a:solidFill>
            <a:srgbClr val="1B2430"/>
          </a:solidFill>
          <a:ln/>
        </p:spPr>
      </p:sp>
      <p:sp>
        <p:nvSpPr>
          <p:cNvPr id="14" name="Text 12"/>
          <p:cNvSpPr/>
          <p:nvPr/>
        </p:nvSpPr>
        <p:spPr>
          <a:xfrm>
            <a:off x="990564" y="4272087"/>
            <a:ext cx="5427500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8FB4D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rebuild training inputs, in order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90564" y="4470254"/>
            <a:ext cx="5427500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4D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python scripts/build_manifest.py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0564" y="4668422"/>
            <a:ext cx="5427500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4D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python scripts/build_subset.py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90564" y="4866587"/>
            <a:ext cx="5427500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4D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python scripts/extract_features.py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0564" y="5064754"/>
            <a:ext cx="5427500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4D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python scripts/cache_labels.py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91764" y="2618653"/>
            <a:ext cx="4828078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91764" y="2938587"/>
            <a:ext cx="4828078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F4E7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python scripts/report_per_class_stats.py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91764" y="3136754"/>
            <a:ext cx="4828078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the accepted 0.6035 result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91764" y="3423766"/>
            <a:ext cx="4828078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F4E7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python scripts/train_head.py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91764" y="3621934"/>
            <a:ext cx="4828078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retrain; variant flags in EXPERIMENT_LOG.md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91764" y="3908946"/>
            <a:ext cx="4828078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F4E7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python scripts/analyse_part.py part.step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91764" y="4107114"/>
            <a:ext cx="4828078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and flags; --json, --use-ground-truth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91764" y="4394126"/>
            <a:ext cx="4828078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F4E7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python -m streamlit run app.py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91764" y="4592293"/>
            <a:ext cx="4828078" cy="22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interface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782" y="6238242"/>
            <a:ext cx="850265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Manufacturability Screening | Reference document | All commands run from the repository root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33862" y="6238242"/>
            <a:ext cx="2145265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4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1089695"/>
            <a:ext cx="10883429" cy="416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Limitations and further 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782" y="1690275"/>
            <a:ext cx="5080000" cy="0"/>
          </a:xfrm>
          <a:prstGeom prst="line">
            <a:avLst/>
          </a:prstGeom>
          <a:noFill/>
          <a:ln w="12700">
            <a:solidFill>
              <a:srgbClr val="1B2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782" y="1847816"/>
            <a:ext cx="5232400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Known 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82" y="2218624"/>
            <a:ext cx="5232400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Proof-of-concept accuracy.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60.35% of faces are classified correctly, and recall ranges from 15% to 97% by class.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782" y="2772445"/>
            <a:ext cx="5232400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flags.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Flags come from predicted feature types only, with no dimensional checks on depth, width or corner radius.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82" y="3326265"/>
            <a:ext cx="5232400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flags on predictions.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confidence gate suppresses many flags; ground-truth labels produce noticeably more.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782" y="3880086"/>
            <a:ext cx="5232400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stability.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Validation accuracy of the MLP head fluctuates between epochs; best-checkpoint saving is the mitigation.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782" y="4433909"/>
            <a:ext cx="5232400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Scope.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Trained on MFCAD parts only. The extractor requires a single closed solid, and other geometry is untested.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9128" y="1690275"/>
            <a:ext cx="5080090" cy="0"/>
          </a:xfrm>
          <a:prstGeom prst="line">
            <a:avLst/>
          </a:prstGeom>
          <a:noFill/>
          <a:ln w="12700">
            <a:solidFill>
              <a:srgbClr val="1B2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9128" y="1847816"/>
            <a:ext cx="5232493" cy="26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Further use and next steps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99128" y="2218624"/>
            <a:ext cx="5232493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Design-for-manufacturing pre-check.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Surface review items on a part before it reaches manufacturing engineering.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99128" y="2772445"/>
            <a:ext cx="5232493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 rules.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Measure depth-to-width ratios and corner radii from the faces of each recognised feature.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9128" y="3326265"/>
            <a:ext cx="5232493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accuracy.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 on more of the 15,488 parts and fine-tune part of the backbone instead of only the head.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9128" y="3880086"/>
            <a:ext cx="5232493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Feature-aware design search.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recognised features to filter or rank results in the design similarity search.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9128" y="4433909"/>
            <a:ext cx="5232493" cy="452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on in-house CAD data</a:t>
            </a: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its own feature vocabulary, where data access permits.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782" y="6238246"/>
            <a:ext cx="7194550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Manufacturability Screening | Reference document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33862" y="6238246"/>
            <a:ext cx="2145265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ufacturability Screening Reference">
  <a:themeElements>
    <a:clrScheme name="Manufacturability Screening Reference">
      <a:dk1>
        <a:srgbClr val="1B2430"/>
      </a:dk1>
      <a:lt1>
        <a:srgbClr val="F7F6F1"/>
      </a:lt1>
      <a:dk2>
        <a:srgbClr val="525960"/>
      </a:dk2>
      <a:lt2>
        <a:srgbClr val="E1E1DE"/>
      </a:lt2>
      <a:accent1>
        <a:srgbClr val="1F4E79"/>
      </a:accent1>
      <a:accent2>
        <a:srgbClr val="8FB4D9"/>
      </a:accent2>
      <a:accent3>
        <a:srgbClr val="5B6572"/>
      </a:accent3>
      <a:accent4>
        <a:srgbClr val="C9D3DD"/>
      </a:accent4>
      <a:accent5>
        <a:srgbClr val="9AA0A6"/>
      </a:accent5>
      <a:accent6>
        <a:srgbClr val="73787D"/>
      </a:accent6>
      <a:hlink>
        <a:srgbClr val="0563C1"/>
      </a:hlink>
      <a:folHlink>
        <a:srgbClr val="954F72"/>
      </a:folHlink>
    </a:clrScheme>
    <a:fontScheme name="Manufacturability Screening Referen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Manufacturability Screening Reference</dc:title>
  <dc:subject/>
  <dc:creator/>
  <cp:lastModifiedBy/>
  <cp:revision>1</cp:revision>
  <dcterms:created xsi:type="dcterms:W3CDTF">2026-10-20T14:43:02Z</dcterms:created>
  <dcterms:modified xsi:type="dcterms:W3CDTF">2026-10-20T14:43:02Z</dcterms:modified>
</cp:coreProperties>
</file>